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In today's digital world, people use dozens of apps and websites — each needing its own password.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Reusing the same password everywhere is risky. One breach can expose all your accounts.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VaultPy is a lightweight, offline password manager built for the desktop.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It lets users securely store, retrieve, and manage all their passwords in one place.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All data is encrypted locally — nothing ever goes to the cloud or any remote server.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VaultPy is written in Python and packaged as a standalone desktop app using PyWebView + Flask.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People struggle to remember strong, unique passwords for every account they use.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Most people fall back to weak or repeated passwords, making them easy targets for hackers.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Cloud-based password managers store your data on their servers — a potential privacy risk.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If the service shuts down or gets hacked, your passwords could be exposed or lost.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There is no easy, open-source, offline tool that a regular user can set up and run locally.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Goal: Build a simple, secure, fully offline password manager that runs on the user's own machine.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Existing Methodologies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Cloud-Based Managers (e.g., LastPass, Dashlane): Store passwords on remote servers. Convenient but dependent on internet access and third-party security.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Browser Built-in Managers (e.g., Chrome, Firefox): Easy to use but tied to a specific browser and synced through Google/Mozilla accounts.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Hardware Tokens (e.g., YubiKey): Very secure but expensive and not practical for everyday users.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Plain Text / Spreadsheet Storage: Still widely used. Extremely insecure — no encryption at all.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Open-Source Tools (e.g., KeePass): Good security, but complex to set up and has an outdated interface.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Limitation of all existing tools: Either too complex, too cloud-reliant, or not beginner-friendly.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Proposed Solution — VaultPy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VaultPy is a fully offline, encrypted password manager that runs as a native desktop window.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A single master password is used to unlock the vault — the user only needs to remember one password.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Passwords are stored in a local encrypted file using AES-256-GCM — a modern, military-grade cipher.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The master password is never stored anywhere — it is used only to derive the encryption key using Argon2id.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The app is built with Python (Flask) and opens in a native window using PyWebView — no browser needed.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Simple, clean web interface makes it easy for any user to add, view, and delete passwords.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Packaged as a .exe installer for Windows — no Python installation required for end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Software &amp; Hardware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Software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</a:rPr>
              <a:t>•  Python 3.10+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</a:rPr>
              <a:t>•  Flask 3.x — Web framework (backend)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</a:rPr>
              <a:t>•  PyWebView 4.x — Native desktop window wrapper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</a:rPr>
              <a:t>•  argon2-cffi — Argon2id key derivation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</a:rPr>
              <a:t>•  cryptography — AES-256-GCM encryption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</a:rPr>
              <a:t>•  PyInstaller — Packaging to .exe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</a:rPr>
              <a:t>•  OS: Windows 10/11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Hardware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</a:rPr>
              <a:t>•  Processor: Any modern x86-64 CPU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</a:rPr>
              <a:t>•  RAM: Minimum 512 MB (64 MB reserved for Argon2id key derivation)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</a:rPr>
              <a:t>•  Storage: ~50 MB for the installed app + vault file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</a:rPr>
              <a:t>•  Display: 800×600 or higher resolution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1A"/>
                </a:solidFill>
              </a:rPr>
              <a:t>•  No internet connection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188720"/>
            <a:ext cx="4572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Description of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</a:rPr>
              <a:t>crypto.py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23444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Handles all cryptography — generates random salts, derives the encryption key from the master password using Argon2id, and encrypts/decrypts vault data with AES-256-GCM.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</a:rPr>
              <a:t>vault_manager.py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1945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Manages the vault file on disk. Handles creating, unlocking, locking, saving the vault and CRUD operations (add, update, delete, get) for password entries.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15468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The Flask web server, acting as the backend. Defines all URL routes — unlock, dashboard, add entry, delete entry, lock, and a password reveal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</a:rPr>
              <a:t>Templates (HTML)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11480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The frontend UI — unlock.html, dashboard.html, add_entry.html — rendered by Flask and displayed in the PyWebView native 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</a:rPr>
              <a:t>build.bat / installer.iss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07492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Build scripts that package the entire app into a Windows .exe installer using PyInstaller and Inno Setup.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1768" y="1143000"/>
            <a:ext cx="2194560" cy="530352"/>
          </a:xfrm>
          <a:prstGeom prst="roundRect">
            <a:avLst/>
          </a:prstGeom>
          <a:solidFill>
            <a:srgbClr val="27AE6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900">
                <a:solidFill>
                  <a:srgbClr val="DDDDDD"/>
                </a:solidFill>
              </a:rPr>
              <a:t>Types master password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1768" y="1874519"/>
            <a:ext cx="2194560" cy="530352"/>
          </a:xfrm>
          <a:prstGeom prst="round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Argon2id Key Derivation</a:t>
            </a:r>
          </a:p>
          <a:p>
            <a:pPr algn="ctr"/>
            <a:r>
              <a:rPr sz="900">
                <a:solidFill>
                  <a:srgbClr val="DDDDDD"/>
                </a:solidFill>
              </a:rPr>
              <a:t>salt + master password → 256-bit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1768" y="2606040"/>
            <a:ext cx="2194560" cy="530352"/>
          </a:xfrm>
          <a:prstGeom prst="roundRect">
            <a:avLst/>
          </a:prstGeom>
          <a:solidFill>
            <a:srgbClr val="E67E2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256-bit Encryption Key</a:t>
            </a:r>
          </a:p>
          <a:p>
            <a:pPr algn="ctr"/>
            <a:r>
              <a:rPr sz="900">
                <a:solidFill>
                  <a:srgbClr val="DDDDDD"/>
                </a:solidFill>
              </a:rPr>
              <a:t>Lives in memory only — never saved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337560"/>
            <a:ext cx="2194560" cy="530352"/>
          </a:xfrm>
          <a:prstGeom prst="round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AES-256-GCM Encrypt</a:t>
            </a:r>
          </a:p>
          <a:p>
            <a:pPr algn="ctr"/>
            <a:r>
              <a:rPr sz="900">
                <a:solidFill>
                  <a:srgbClr val="DDDDDD"/>
                </a:solidFill>
              </a:rPr>
              <a:t>Encrypts vault entries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069080"/>
            <a:ext cx="2194560" cy="530352"/>
          </a:xfrm>
          <a:prstGeom prst="roundRect">
            <a:avLst/>
          </a:prstGeom>
          <a:solidFill>
            <a:srgbClr val="8E44A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vault.enc  (disk)</a:t>
            </a:r>
          </a:p>
          <a:p>
            <a:pPr algn="ctr"/>
            <a:r>
              <a:rPr sz="900">
                <a:solidFill>
                  <a:srgbClr val="DDDDDD"/>
                </a:solidFill>
              </a:rPr>
              <a:t>Encrypted file on local disk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22792" y="3337560"/>
            <a:ext cx="2194560" cy="530352"/>
          </a:xfrm>
          <a:prstGeom prst="roundRect">
            <a:avLst/>
          </a:prstGeom>
          <a:solidFill>
            <a:srgbClr val="1E3A5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AES-256-GCM Decrypt</a:t>
            </a:r>
          </a:p>
          <a:p>
            <a:pPr algn="ctr"/>
            <a:r>
              <a:rPr sz="900">
                <a:solidFill>
                  <a:srgbClr val="DDDDDD"/>
                </a:solidFill>
              </a:rPr>
              <a:t>Decrypts vault entries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22792" y="4069080"/>
            <a:ext cx="2194560" cy="530352"/>
          </a:xfrm>
          <a:prstGeom prst="roundRect">
            <a:avLst/>
          </a:prstGeom>
          <a:solidFill>
            <a:srgbClr val="8E44A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In-Memory Entries</a:t>
            </a:r>
          </a:p>
          <a:p>
            <a:pPr algn="ctr"/>
            <a:r>
              <a:rPr sz="900">
                <a:solidFill>
                  <a:srgbClr val="DDDDDD"/>
                </a:solidFill>
              </a:rPr>
              <a:t>Decrypted passwords in 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1768" y="4800600"/>
            <a:ext cx="2194560" cy="530352"/>
          </a:xfrm>
          <a:prstGeom prst="roundRect">
            <a:avLst/>
          </a:prstGeom>
          <a:solidFill>
            <a:srgbClr val="218AC7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Flask Web Server</a:t>
            </a:r>
          </a:p>
          <a:p>
            <a:pPr algn="ctr"/>
            <a:r>
              <a:rPr sz="900">
                <a:solidFill>
                  <a:srgbClr val="DDDDDD"/>
                </a:solidFill>
              </a:rPr>
              <a:t>127.0.0.1:5000  (background thread)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1768" y="5532120"/>
            <a:ext cx="2194560" cy="530352"/>
          </a:xfrm>
          <a:prstGeom prst="roundRect">
            <a:avLst/>
          </a:prstGeom>
          <a:solidFill>
            <a:srgbClr val="27AE6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PyWebView Desktop Window</a:t>
            </a:r>
          </a:p>
          <a:p>
            <a:pPr algn="ctr"/>
            <a:r>
              <a:rPr sz="900">
                <a:solidFill>
                  <a:srgbClr val="DDDDDD"/>
                </a:solidFill>
              </a:rPr>
              <a:t>Native app window — no browser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874519"/>
            <a:ext cx="1463040" cy="530352"/>
          </a:xfrm>
          <a:prstGeom prst="roundRect">
            <a:avLst/>
          </a:prstGeom>
          <a:solidFill>
            <a:srgbClr val="7F8C8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Salt</a:t>
            </a:r>
          </a:p>
          <a:p>
            <a:pPr algn="ctr"/>
            <a:r>
              <a:rPr sz="900">
                <a:solidFill>
                  <a:srgbClr val="DDDDDD"/>
                </a:solidFill>
              </a:rPr>
              <a:t>Stored in vault.enc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9048.0" y="1673352"/>
            <a:ext cx="0.0" cy="201167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9048.0" y="2404871"/>
            <a:ext cx="0.0" cy="201169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66160" y="2139695.0"/>
            <a:ext cx="1435608" cy="0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566160" y="2871216.0"/>
            <a:ext cx="1435608" cy="0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68880.0" y="2871216.0"/>
            <a:ext cx="0.0" cy="466344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96328" y="2871216.0"/>
            <a:ext cx="1426464" cy="0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20072.0" y="2871216.0"/>
            <a:ext cx="0.0" cy="466344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468880.0" y="3867912"/>
            <a:ext cx="0.0" cy="201168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20072.0" y="3867912"/>
            <a:ext cx="0.0" cy="201168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099048.0" y="4599432"/>
            <a:ext cx="3621024.0" cy="466344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099048.0" y="4800600"/>
            <a:ext cx="0.0" cy="265176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99048.0" y="5330952"/>
            <a:ext cx="0.0" cy="201168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Contribution of the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Designed and implemented the full cryptography layer — Argon2id key derivation + AES-256-GCM encryption (crypto.py).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Built the VaultManager class for reading/writing the encrypted vault file including all CRUD operations (vault_manager.py).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Developed the Flask backend with all routes — unlock, dashboard, add/delete entries, lock, and password reveal API (app.py).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Designed the frontend HTML/CSS pages — unlock screen, password dashboard, and add-entry form.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Set up the PyWebView integration to package the web UI as a native desktop window without a browser.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Created the Windows build pipeline — PyInstaller spec, Inno Setup installer script, and build batch file.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Conducted testing for encryption correctness, wrong-password handling, and session security.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Results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The vault file is fully encrypted — opening vault.enc in a text editor shows only unreadable ciphertext.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Entering a wrong master password returns a clean error message and never decrypts anything.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Argon2id key derivation takes ~0.5–1 second intentionally — this slows down brute-force attacks significantly.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AES-256-GCM authentication tag ensures any file tampering is detected immediately on next unlock.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The app launches in a native window — no browser address bar, no URL visible to the user.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Passwords can be added, viewed (with reveal button), and deleted — all without leaving the local machine.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The .exe installer works on Windows 10/11 without requiring Python to be pre-installed.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Minor limitation: Currently no password generator or import/export feature — planned for future versions.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VaultPy successfully achieves its goal — a simple, secure, and fully offline password manager.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Users only need to remember one master password; everything else is safely encrypted on their own machine.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The use of Argon2id + AES-256-GCM ensures the vault is protected by modern, industry-standard cryptography.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By avoiding cloud storage entirely, VaultPy removes a critical single point of failure found in most popular tools.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The PyWebView-based packaging gives users a smooth desktop experience without needing any technical setup.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Future scope includes: built-in password generator, CSV import/export, password strength checker, and auto-lock on idle.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1A"/>
                </a:solidFill>
              </a:rPr>
              <a:t>•  This project demonstrates how strong cryptography can be made practical and accessible for everyday users.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</a:rPr>
              <a:t>•  [1] Biryukov, A., Dinu, D., &amp; Khovratovich, D. (2016). Argon2: The Memory-Hard Function for Password Hashing. IETF RFC 9106.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</a:rPr>
              <a:t>•  [2] NIST SP 800-38D — Recommendation for Block Cipher Modes of Operation: Galois/Counter Mode (GCM). National Institute of Standards and Technology.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</a:rPr>
              <a:t>•  [3] Flask Documentation. Pallets Projects. https://flask.palletsprojects.com/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</a:rPr>
              <a:t>•  [4] pywebview Documentation. Roman Sirokov. https://pywebview.flowrl.com/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</a:rPr>
              <a:t>•  [5] Python cryptography library — cryptography.io. https://cryptography.io/en/latest/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</a:rPr>
              <a:t>•  [6] argon2-cffi Documentation. Hynek Schlawack. https://argon2-cffi.readthedocs.io/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</a:rPr>
              <a:t>•  [7] PyInstaller Documentation. https://pyinstaller.org/en/stable/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</a:rPr>
              <a:t>•  [8] Inno Setup Documentation. Jordan Russell. https://jrsoftware.org/ishelp/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